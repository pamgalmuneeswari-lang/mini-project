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6" r:id="rId3"/>
    <p:sldId id="267" r:id="rId4"/>
    <p:sldId id="268" r:id="rId5"/>
    <p:sldId id="26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eeswari .P" userId="7a74320c4f49ff19" providerId="LiveId" clId="{6FF48CC3-594B-485D-BB4D-117B4168942F}"/>
    <pc:docChg chg="custSel modSld">
      <pc:chgData name="Muneeswari .P" userId="7a74320c4f49ff19" providerId="LiveId" clId="{6FF48CC3-594B-485D-BB4D-117B4168942F}" dt="2026-06-24T14:41:33.546" v="14" actId="20577"/>
      <pc:docMkLst>
        <pc:docMk/>
      </pc:docMkLst>
      <pc:sldChg chg="modSp mod">
        <pc:chgData name="Muneeswari .P" userId="7a74320c4f49ff19" providerId="LiveId" clId="{6FF48CC3-594B-485D-BB4D-117B4168942F}" dt="2026-06-24T14:41:33.546" v="14" actId="20577"/>
        <pc:sldMkLst>
          <pc:docMk/>
          <pc:sldMk cId="0" sldId="257"/>
        </pc:sldMkLst>
        <pc:spChg chg="mod">
          <ac:chgData name="Muneeswari .P" userId="7a74320c4f49ff19" providerId="LiveId" clId="{6FF48CC3-594B-485D-BB4D-117B4168942F}" dt="2026-06-24T14:41:33.546" v="14" actId="20577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Muneeswari .P" userId="7a74320c4f49ff19" providerId="LiveId" clId="{6FF48CC3-594B-485D-BB4D-117B4168942F}" dt="2026-06-24T10:29:24.415" v="3" actId="14100"/>
        <pc:sldMkLst>
          <pc:docMk/>
          <pc:sldMk cId="4140456484" sldId="268"/>
        </pc:sldMkLst>
        <pc:spChg chg="mod">
          <ac:chgData name="Muneeswari .P" userId="7a74320c4f49ff19" providerId="LiveId" clId="{6FF48CC3-594B-485D-BB4D-117B4168942F}" dt="2026-06-24T10:29:20.304" v="2" actId="14100"/>
          <ac:spMkLst>
            <pc:docMk/>
            <pc:sldMk cId="4140456484" sldId="268"/>
            <ac:spMk id="5" creationId="{763D6803-1717-2666-9916-DB2898F74A89}"/>
          </ac:spMkLst>
        </pc:spChg>
        <pc:picChg chg="mod">
          <ac:chgData name="Muneeswari .P" userId="7a74320c4f49ff19" providerId="LiveId" clId="{6FF48CC3-594B-485D-BB4D-117B4168942F}" dt="2026-06-24T10:29:24.415" v="3" actId="14100"/>
          <ac:picMkLst>
            <pc:docMk/>
            <pc:sldMk cId="4140456484" sldId="268"/>
            <ac:picMk id="7" creationId="{C1FC999B-6086-6C52-B8AE-4E06D1CDDD2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2D123-AD8F-F9C7-7816-3E98CBA2D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06736A-AC57-88D9-FA01-F353C4C52C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4EB33-9514-5D31-4AD8-F98884B44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70D0E-0C76-196D-4723-5FFDF127C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863C1-40D2-C98B-8020-164323C38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9859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71DD8-256A-3BC5-CEF5-C55F7A228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98D67-FA62-743B-AA85-0C63F06D9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A7A3F-369A-0449-4A77-396CDDA7B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A30A9-C60A-D269-F83C-39DD21AA8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358A2-2575-3DC5-74A8-B85FEE9A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832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8B434-54BF-7E32-7CBE-1A5029B3F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F79E44-0C26-E224-0CAE-F69C152A1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B8FD1-2512-FD18-57F5-4BEFF5262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BB922-5988-7D3A-6114-794C77B21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B4628-BECC-5722-36E8-B5E94DD7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92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50C68-8868-5566-CE8A-C0355EAE7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DF627-60D3-8F98-613C-F04AFA187B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BE368-AE23-CC35-F0DC-E2A76B610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EAB7-E1B5-5F98-30C0-C3D737119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CD989C-1EC6-9B76-0E0F-E81D20208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57BCC-977A-02B4-4EC4-4D55530CC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7277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9E70E-5005-D073-0B24-8A98173B1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76514-BEA5-293C-620B-04D9B23CF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FD044-5370-C57D-9E23-2636D06106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9EDB2F-7238-50DF-B47A-10201BFC0A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0F3021-FD41-4FF3-D61F-708ED3C51F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CCB400-2C27-D2EB-33A9-8A7542DE4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206C12-4B71-5FAF-646A-2F8318C2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7C8929-B5C4-4C75-692F-573EAA9E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535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CE483-E272-18C3-B6ED-7925AF38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24D1A6-0BDC-5239-324D-787FEA9A4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022956-085A-EC0A-52D4-3EB4FDCA3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967FFD-F39D-95A8-CF13-E6D9F867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0667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2DE9C5-F725-59E7-48A3-4BB76D142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379E39-89FD-3A6E-EF9D-D24774299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F0B58-8FBB-AF40-02F6-736288612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205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4B77E-7F2D-A833-9DEC-4A4BD289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956B6-B36C-4D7A-7809-59669A632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3D8EC6-E9B7-D08A-35A3-31B343058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FE62C8-0C73-B7EC-D3E4-0760C07C4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C645B-068C-87DC-52C4-DB937E0E7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585EF-35AF-8BDC-33F9-EF97C70F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0041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E2B18-E746-ADA0-D079-DF7A2E97E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D1289-91A0-22F9-1CC7-CB33225CE6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58AB6-8605-5353-450E-ADFB8ED274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0E19AD-9BFE-4EA1-20CC-D55881192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C3156-83B9-130A-4903-DD5FC18EA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C4842-31F1-BD40-F65A-68FA6BC47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259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A313-39CA-437D-53D8-D4D75714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AF103-59AC-A61B-99A3-9E1AE8DDE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8A99A-A024-AF8A-3A30-1A97A847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3BE06-52F7-C3D0-A613-77F7904A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87A0E-2A2F-0C35-043A-532E5AC7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06579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47881D-B03A-AC1F-CE33-9AA1D1D019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AE1FC4-AF25-1771-43ED-B732707C09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5FD9D-8439-FDB7-C857-E892CFC8B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B069C-D349-31C8-9067-0F20A568B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1CE29-A338-CC05-F91C-85515B636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293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F3837-75B9-4981-A56C-9F5D96EE9794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AA277-43E6-4F59-A500-59EF005FA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866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A26AA-A2BD-EF0B-7DE5-2BCA17B8D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7AC1E-B180-6B18-CF3A-97C2414C7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036A5-1363-96CE-D298-AA621CAE2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B9CC9-DB74-4FE9-9751-0BE5D60E1852}" type="datetimeFigureOut">
              <a:rPr lang="en-IN" smtClean="0"/>
              <a:t>24-06-2026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AC29A-12A5-F672-83C6-599E285AC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933FE-5ACA-D8A2-A666-13929DA3F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3D1FD-0446-454E-89B0-3916956F92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820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32635"/>
          </a:xfrm>
        </p:spPr>
        <p:txBody>
          <a:bodyPr>
            <a:normAutofit/>
          </a:bodyPr>
          <a:lstStyle/>
          <a:p>
            <a:br>
              <a:rPr lang="en-IN" sz="10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</a:br>
            <a:br>
              <a:rPr lang="en-US" sz="3200" b="0" i="0" u="sng" strike="noStrike" dirty="0">
                <a:solidFill>
                  <a:srgbClr val="1F1F1F"/>
                </a:solidFill>
                <a:effectLst/>
                <a:latin typeface="Google Sans"/>
              </a:rPr>
            </a:br>
            <a:br>
              <a:rPr lang="en-US" sz="3600" b="0" i="0" u="sng" strike="noStrike" dirty="0">
                <a:solidFill>
                  <a:srgbClr val="1F1F1F"/>
                </a:solidFill>
                <a:effectLst/>
                <a:latin typeface="Google Sans"/>
              </a:rPr>
            </a:br>
            <a:endParaRPr lang="en-IN" sz="3600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7649428" y="4473659"/>
            <a:ext cx="3988630" cy="1384994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endParaRPr lang="en-IN" sz="2000" b="1" dirty="0">
              <a:solidFill>
                <a:srgbClr val="99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IN" sz="2000" b="1" dirty="0">
                <a:solidFill>
                  <a:srgbClr val="99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 Engineering</a:t>
            </a:r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708" y="435134"/>
            <a:ext cx="1364932" cy="13649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28320" y="584537"/>
            <a:ext cx="11256566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ANNAMACHARYA INSTITUE OF TECHNOLOGY &amp; SCIENCES: TIRUPATI</a:t>
            </a:r>
          </a:p>
          <a:p>
            <a:pPr algn="ctr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(AUTONOMOUS</a:t>
            </a:r>
            <a:r>
              <a:rPr lang="en-US" sz="28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en-US" b="1" dirty="0">
              <a:solidFill>
                <a:srgbClr val="99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0" y="184786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53942" y="4473658"/>
            <a:ext cx="332851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just"/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P.Muneeswari – 23AK1A0480</a:t>
            </a:r>
          </a:p>
          <a:p>
            <a:pPr algn="just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T.Pranati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23AK1A0495</a:t>
            </a:r>
          </a:p>
          <a:p>
            <a:pPr algn="just"/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B.Haseena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23AK1A0437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929CF-1C5B-0663-E489-21E5A3E76989}"/>
              </a:ext>
            </a:extLst>
          </p:cNvPr>
          <p:cNvSpPr/>
          <p:nvPr/>
        </p:nvSpPr>
        <p:spPr>
          <a:xfrm>
            <a:off x="407114" y="2119320"/>
            <a:ext cx="1140318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IMPLEMENTATION OF CHATGPT USING </a:t>
            </a:r>
          </a:p>
          <a:p>
            <a:pPr algn="ctr"/>
            <a:r>
              <a:rPr lang="en-US" sz="54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DJANGO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A7CDC-5133-F78E-A850-B10983FA0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5671F5-A42B-D888-0790-8997786EF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7"/>
            <a:ext cx="10515600" cy="462017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IN" sz="2200" dirty="0"/>
              <a:t>The growing demand for AI-powered conversational systems has increased the need for intelligent applications that can understand and generate human-like responses.</a:t>
            </a:r>
          </a:p>
          <a:p>
            <a:pPr algn="just"/>
            <a:r>
              <a:rPr lang="en-IN" sz="2200" dirty="0"/>
              <a:t>Integrating advanced language models into web applications can be complex due to backend development and API integration challenges.</a:t>
            </a:r>
          </a:p>
          <a:p>
            <a:pPr algn="just"/>
            <a:r>
              <a:rPr lang="en-IN" sz="2200" dirty="0"/>
              <a:t>This project aims to implement a ChatGPT-based application using the Django framework to provide interactive and intelligent conversations.</a:t>
            </a:r>
          </a:p>
          <a:p>
            <a:pPr algn="just"/>
            <a:r>
              <a:rPr lang="en-IN" sz="2200" dirty="0"/>
              <a:t>The system enables users to submit queries through a web interface and receive context-aware responses in real time.</a:t>
            </a:r>
          </a:p>
          <a:p>
            <a:pPr algn="just"/>
            <a:r>
              <a:rPr lang="en-IN" sz="2200" dirty="0"/>
              <a:t>The project demonstrates the integration of Artificial Intelligence, Natural Language Processing (NLP), and web technologies within a single platform.</a:t>
            </a:r>
          </a:p>
          <a:p>
            <a:pPr algn="just"/>
            <a:r>
              <a:rPr lang="en-IN" sz="2200" dirty="0"/>
              <a:t>It provides a scalable and user-friendly solution for AI-assisted communication and information retrieval.</a:t>
            </a:r>
          </a:p>
          <a:p>
            <a:pPr algn="just"/>
            <a:r>
              <a:rPr lang="en-IN" sz="2200" dirty="0"/>
              <a:t>The implementation helps understand the practical application of large language models in modern web development environments.</a:t>
            </a:r>
          </a:p>
          <a:p>
            <a:pPr marL="0" indent="0" algn="just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6525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B6016-2264-FD00-0BEA-73BFA70AA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293FC-EA5D-2073-FE23-294ADCC16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APPROACH</a:t>
            </a:r>
            <a:endParaRPr lang="en-IN" sz="3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9A3F1-C17C-7331-099E-ACBBC5FB0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7"/>
            <a:ext cx="10515600" cy="4620172"/>
          </a:xfrm>
        </p:spPr>
        <p:txBody>
          <a:bodyPr>
            <a:normAutofit/>
          </a:bodyPr>
          <a:lstStyle/>
          <a:p>
            <a:pPr algn="just"/>
            <a:r>
              <a:rPr lang="en-IN" sz="2000" dirty="0"/>
              <a:t>Requirement analysis and project planning.</a:t>
            </a:r>
          </a:p>
          <a:p>
            <a:pPr algn="just"/>
            <a:r>
              <a:rPr lang="en-IN" sz="2000" dirty="0"/>
              <a:t>Installation and configuration of Python, Django, and required libraries.</a:t>
            </a:r>
          </a:p>
          <a:p>
            <a:pPr algn="just"/>
            <a:r>
              <a:rPr lang="en-IN" sz="2000" dirty="0"/>
              <a:t>Creation of the Django project and application structure.</a:t>
            </a:r>
          </a:p>
          <a:p>
            <a:pPr algn="just"/>
            <a:r>
              <a:rPr lang="en-IN" sz="2000" dirty="0"/>
              <a:t>Development of the user interface using HTML, CSS, and Django templates.</a:t>
            </a:r>
          </a:p>
          <a:p>
            <a:pPr algn="just"/>
            <a:r>
              <a:rPr lang="en-IN" sz="2000" dirty="0"/>
              <a:t>Integration of ChatGPT/OpenAI API with the Django backend.</a:t>
            </a:r>
          </a:p>
          <a:p>
            <a:pPr algn="just"/>
            <a:r>
              <a:rPr lang="en-IN" sz="2000" dirty="0"/>
              <a:t>Processing user queries and generating AI-based responses.</a:t>
            </a:r>
          </a:p>
          <a:p>
            <a:pPr algn="just"/>
            <a:r>
              <a:rPr lang="en-IN" sz="2000" dirty="0"/>
              <a:t>Testing, debugging, and validation of system performance.</a:t>
            </a:r>
          </a:p>
          <a:p>
            <a:pPr marL="0" indent="0" algn="just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7534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FA664-01FD-53E8-D758-27281FDB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0"/>
            <a:ext cx="10972461" cy="101933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/ OUTCOME</a:t>
            </a:r>
            <a:endParaRPr lang="en-IN" sz="4000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1FC999B-6086-6C52-B8AE-4E06D1CDD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641" y="1499015"/>
            <a:ext cx="5271722" cy="4377130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3D6803-1717-2666-9916-DB2898F74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9015"/>
            <a:ext cx="5426101" cy="4377129"/>
          </a:xfrm>
        </p:spPr>
        <p:txBody>
          <a:bodyPr>
            <a:norm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Successfully developed a Django-based web application integrated with ChatGPT.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Users can enter queries through a web interface and receive intelligent responses.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The system provides real-time interaction with an AI language model.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Demonstrated effective integration of AI technologies with web development.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sz="2000" dirty="0"/>
              <a:t>Improved understanding of Django framework, API integration, and conversational AI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4140456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254CFC-4932-F000-3C61-BC6660C42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320D1-A1BE-75EC-E301-9029ABC9B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2400" dirty="0"/>
              <a:t>The project successfully implemented ChatGPT using the Django framework, creating an interactive AI-powered web application. The system demonstrates how Artificial Intelligence can be integrated into modern web applications to provide intelligent and real-time user assistance. This project enhanced practical knowledge of Django, API integration, and AI-driven application development.</a:t>
            </a:r>
          </a:p>
        </p:txBody>
      </p:sp>
    </p:spTree>
    <p:extLst>
      <p:ext uri="{BB962C8B-B14F-4D97-AF65-F5344CB8AC3E}">
        <p14:creationId xmlns:p14="http://schemas.microsoft.com/office/powerpoint/2010/main" val="2307485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368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Google Sans</vt:lpstr>
      <vt:lpstr>Times New Roman</vt:lpstr>
      <vt:lpstr>Office Theme</vt:lpstr>
      <vt:lpstr>   </vt:lpstr>
      <vt:lpstr>PROBLEM STATEMENT</vt:lpstr>
      <vt:lpstr>METHODOLOGY / APPROACH</vt:lpstr>
      <vt:lpstr>RESULT / OUTCOME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Muneeswari .P</dc:creator>
  <cp:lastModifiedBy>Muneeswari .P</cp:lastModifiedBy>
  <cp:revision>1</cp:revision>
  <dcterms:created xsi:type="dcterms:W3CDTF">2026-06-24T09:26:35Z</dcterms:created>
  <dcterms:modified xsi:type="dcterms:W3CDTF">2026-06-24T14:41:42Z</dcterms:modified>
</cp:coreProperties>
</file>